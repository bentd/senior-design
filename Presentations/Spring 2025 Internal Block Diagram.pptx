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92F71-2A74-0A2A-3A5D-EE472921BF57}" v="55" dt="2025-04-24T19:36:00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ylan Bent" userId="S::dbent011@fiu.edu::6bd7a36b-13b3-4b29-b8ba-2f224b6f43b6" providerId="AD" clId="Web-{2AF92F71-2A74-0A2A-3A5D-EE472921BF57}"/>
    <pc:docChg chg="modSld">
      <pc:chgData name="Dylan Bent" userId="S::dbent011@fiu.edu::6bd7a36b-13b3-4b29-b8ba-2f224b6f43b6" providerId="AD" clId="Web-{2AF92F71-2A74-0A2A-3A5D-EE472921BF57}" dt="2025-04-24T19:35:59.068" v="53" actId="20577"/>
      <pc:docMkLst>
        <pc:docMk/>
      </pc:docMkLst>
      <pc:sldChg chg="modSp">
        <pc:chgData name="Dylan Bent" userId="S::dbent011@fiu.edu::6bd7a36b-13b3-4b29-b8ba-2f224b6f43b6" providerId="AD" clId="Web-{2AF92F71-2A74-0A2A-3A5D-EE472921BF57}" dt="2025-04-24T19:35:59.068" v="53" actId="20577"/>
        <pc:sldMkLst>
          <pc:docMk/>
          <pc:sldMk cId="3783060755" sldId="260"/>
        </pc:sldMkLst>
        <pc:spChg chg="mod">
          <ac:chgData name="Dylan Bent" userId="S::dbent011@fiu.edu::6bd7a36b-13b3-4b29-b8ba-2f224b6f43b6" providerId="AD" clId="Web-{2AF92F71-2A74-0A2A-3A5D-EE472921BF57}" dt="2025-04-24T19:35:59.068" v="53" actId="20577"/>
          <ac:spMkLst>
            <pc:docMk/>
            <pc:sldMk cId="3783060755" sldId="260"/>
            <ac:spMk id="3" creationId="{85BDA027-DBF2-3960-BC0A-749C3F5D68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29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84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1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07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87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9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8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0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26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92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2B3D0FB-E3E7-3A42-8B3F-D265C10DACB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B09F7-2959-AF47-846A-AEC07DE0EE16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451813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032E-0C85-8724-C134-979CE08D4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Internal Block Diagram</a:t>
            </a:r>
          </a:p>
        </p:txBody>
      </p:sp>
    </p:spTree>
    <p:extLst>
      <p:ext uri="{BB962C8B-B14F-4D97-AF65-F5344CB8AC3E}">
        <p14:creationId xmlns:p14="http://schemas.microsoft.com/office/powerpoint/2010/main" val="1985142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C0C44-88D1-8116-DC96-61A0DFDB6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102" y="365760"/>
            <a:ext cx="8363796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394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69967-BC00-8D45-4C74-DE37FCB2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EBC9-726A-2161-3CC2-87823CB69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  <a:p>
            <a:endParaRPr lang="en-US"/>
          </a:p>
          <a:p>
            <a:r>
              <a:rPr lang="en-US"/>
              <a:t>(SYS_001) The system shall contain a RoT and performance processor.</a:t>
            </a:r>
          </a:p>
          <a:p>
            <a:r>
              <a:rPr lang="en-US"/>
              <a:t>(SYS_002) The RoT shall be an FPGA.</a:t>
            </a:r>
          </a:p>
          <a:p>
            <a:r>
              <a:rPr lang="en-US"/>
              <a:t>(SEC_011) The application software shall be encrypted using AES-128 Electronic Code Boot (ECB) (T)</a:t>
            </a:r>
          </a:p>
          <a:p>
            <a:r>
              <a:rPr lang="en-US"/>
              <a:t>(SYS_012) The system shall contain a screen that shows the processed image.</a:t>
            </a:r>
          </a:p>
          <a:p>
            <a:r>
              <a:rPr lang="en-US"/>
              <a:t>(SYS_019) Upon detection of a person, the system shall illuminate an LED (T), erase the object detection algorithm from the processor and put the system in reset (O).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66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F9CB-9524-61CB-890E-38362C7BF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F20BB-654E-3875-4A6F-A331FC582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800"/>
              <a:t>AES-128 IP</a:t>
            </a:r>
          </a:p>
          <a:p>
            <a:pPr>
              <a:buFont typeface="Wingdings" pitchFamily="2" charset="2"/>
              <a:buChar char="ü"/>
            </a:pPr>
            <a:r>
              <a:rPr lang="en-US" sz="2800"/>
              <a:t>GPU IP</a:t>
            </a:r>
          </a:p>
          <a:p>
            <a:pPr>
              <a:buFont typeface="Wingdings" pitchFamily="2" charset="2"/>
              <a:buChar char="ü"/>
            </a:pPr>
            <a:r>
              <a:rPr lang="en-US" sz="2800"/>
              <a:t>Camera and Monitor I/O</a:t>
            </a:r>
          </a:p>
        </p:txBody>
      </p:sp>
    </p:spTree>
    <p:extLst>
      <p:ext uri="{BB962C8B-B14F-4D97-AF65-F5344CB8AC3E}">
        <p14:creationId xmlns:p14="http://schemas.microsoft.com/office/powerpoint/2010/main" val="695979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2B92-17C1-41CF-F459-D0BFC9E39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A027-DBF2-3960-BC0A-749C3F5D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170" indent="-344170">
              <a:buFont typeface="Wingdings" pitchFamily="2" charset="2"/>
              <a:buChar char="q"/>
            </a:pPr>
            <a:r>
              <a:rPr lang="en-US"/>
              <a:t>NPU IP (Performance Processor)</a:t>
            </a:r>
          </a:p>
          <a:p>
            <a:pPr marL="344170" indent="-344170">
              <a:buFont typeface="Wingdings" pitchFamily="2" charset="2"/>
              <a:buChar char="q"/>
            </a:pPr>
            <a:r>
              <a:rPr lang="en-US"/>
              <a:t>SHA-3 IP</a:t>
            </a:r>
            <a:endParaRPr lang="en-US">
              <a:cs typeface="Arial" panose="020B0604020202020204"/>
            </a:endParaRPr>
          </a:p>
          <a:p>
            <a:pPr marL="344170" indent="-344170">
              <a:buFont typeface="Wingdings" pitchFamily="2" charset="2"/>
              <a:buChar char="q"/>
            </a:pPr>
            <a:r>
              <a:rPr lang="en-US"/>
              <a:t>PUF</a:t>
            </a:r>
            <a:endParaRPr lang="en-US">
              <a:cs typeface="Arial"/>
            </a:endParaRPr>
          </a:p>
          <a:p>
            <a:pPr marL="344170" indent="-344170">
              <a:buFont typeface="Wingdings" pitchFamily="2" charset="2"/>
              <a:buChar char="q"/>
            </a:pPr>
            <a:r>
              <a:rPr lang="en-US"/>
              <a:t>LED I/O</a:t>
            </a:r>
            <a:endParaRPr lang="en-US">
              <a:cs typeface="Arial" panose="020B0604020202020204"/>
            </a:endParaRPr>
          </a:p>
          <a:p>
            <a:pPr marL="344170" indent="-344170">
              <a:buFont typeface="Wingdings" pitchFamily="2" charset="2"/>
              <a:buChar char="q"/>
            </a:pPr>
            <a:r>
              <a:rPr lang="en-US">
                <a:cs typeface="Arial" panose="020B0604020202020204"/>
              </a:rPr>
              <a:t>Voltage Sensor</a:t>
            </a:r>
          </a:p>
        </p:txBody>
      </p:sp>
    </p:spTree>
    <p:extLst>
      <p:ext uri="{BB962C8B-B14F-4D97-AF65-F5344CB8AC3E}">
        <p14:creationId xmlns:p14="http://schemas.microsoft.com/office/powerpoint/2010/main" val="3783060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Madison</vt:lpstr>
      <vt:lpstr>Internal Block Diagram</vt:lpstr>
      <vt:lpstr>PowerPoint Presentation</vt:lpstr>
      <vt:lpstr>Requirements</vt:lpstr>
      <vt:lpstr>Progress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Bent</dc:creator>
  <cp:revision>1</cp:revision>
  <dcterms:created xsi:type="dcterms:W3CDTF">2025-04-24T19:07:46Z</dcterms:created>
  <dcterms:modified xsi:type="dcterms:W3CDTF">2025-04-24T19:36:15Z</dcterms:modified>
</cp:coreProperties>
</file>